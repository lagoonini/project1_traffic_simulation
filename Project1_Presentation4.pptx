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  <p:sldId id="269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54" d="100"/>
          <a:sy n="154" d="100"/>
        </p:scale>
        <p:origin x="63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1f1d7947b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1f1d7947b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f1d7947b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1f1d7947b_4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1f1d7947b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1f1d7947b_4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f1d7947b_4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1f1d7947b_4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f1d7947b_4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f1d7947b_4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900ea526c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900ea526c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900ea526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900ea526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900ea526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900ea526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de-AT" sz="4200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Project 1: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de-AT" sz="4200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Marchtrenk 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de-AT" sz="4200" b="1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Wels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de" sz="1600" dirty="0">
                <a:latin typeface="Lato"/>
                <a:ea typeface="Lato"/>
                <a:cs typeface="Lato"/>
                <a:sym typeface="Lato"/>
              </a:rPr>
              <a:t>Alexander Moser K12105209</a:t>
            </a:r>
            <a:endParaRPr sz="16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de" sz="1600" dirty="0">
                <a:latin typeface="Lato"/>
                <a:ea typeface="Lato"/>
                <a:cs typeface="Lato"/>
                <a:sym typeface="Lato"/>
              </a:rPr>
              <a:t>Jose Pablo Alarcon Estrada K12525966</a:t>
            </a:r>
            <a:endParaRPr sz="1600" dirty="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de" sz="1600" dirty="0">
                <a:latin typeface="Lato"/>
                <a:ea typeface="Lato"/>
                <a:cs typeface="Lato"/>
                <a:sym typeface="Lato"/>
              </a:rPr>
              <a:t>Aleksa Kostresevic K1172206</a:t>
            </a:r>
            <a:endParaRPr dirty="0"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t="31607" b="9346"/>
          <a:stretch/>
        </p:blipFill>
        <p:spPr>
          <a:xfrm>
            <a:off x="4523100" y="492201"/>
            <a:ext cx="4620899" cy="27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100" y="3806336"/>
            <a:ext cx="4620900" cy="13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Objective and research questions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3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 more specific and concrete goal was defined:</a:t>
            </a: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Use SUMO to compare the current operation of the Wels–Marchtrenk corridor with an electrified version, on roundabouts, measuring both road performance and emissions.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/>
              <a:t>Research questions:</a:t>
            </a: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How much are CO₂ emissions reduced if diesel trucks from our fleet are replaced by e-trucks charged with the PV from the depot?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How much more are emissions and travel times reduced if roundabouts are also implemented at major intersections?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SUMO model characteristics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729450" y="196766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Modeled corridor: ~6.5 km of Linzer–Welser Straße between the SPAR hub in Wels and the Marchtrenk industrial zone.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Network source: OSM import + cleaning in netedit (irrelevant residential streets were removed, intersections and priorities were fixed).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Signalized intersections: manually verified and aligned to ensure traffic signal coordination makes sense in the optimized scenario.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Simulation parameters (SUMO 1.24)</a:t>
            </a:r>
            <a:endParaRPr dirty="0"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Duration: 7200s = 2 morning rush hour.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Network speeds: 50–70 km/h depending on the segment.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Simulated traffic: 40 heavy trucks (those from the SPAR/Marchtrenk scenario) + background traffic to represent the actual load of the corridor.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Emissions/Energy Models: HBEFA + EV to compare diesel vs. electric.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Scenarios to compare:</a:t>
            </a:r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5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Baseline scenario (current situation):</a:t>
            </a:r>
            <a:endParaRPr dirty="0"/>
          </a:p>
          <a:p>
            <a:pPr marL="457200" lvl="0" indent="-30495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de" dirty="0"/>
              <a:t>Diesel fleet.</a:t>
            </a:r>
            <a:endParaRPr dirty="0"/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e" dirty="0"/>
              <a:t>Fixed-time traffic lights as in the original network.</a:t>
            </a:r>
            <a:endParaRPr dirty="0"/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e" dirty="0"/>
              <a:t>Times, stops, and emissions are recorded.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/>
              <a:t>Alternative scenarios (optimized):</a:t>
            </a:r>
            <a:endParaRPr dirty="0"/>
          </a:p>
          <a:p>
            <a:pPr marL="457200" lvl="0" indent="-304958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dirty="0"/>
              <a:t>Implementation of roundabouts on sectors where jams occur during peak hours (travel times)</a:t>
            </a:r>
            <a:endParaRPr dirty="0"/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dirty="0"/>
              <a:t>Converting half of the truck logistics fleet to electrical vehicles (reduction of CO2 emission)</a:t>
            </a: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dirty="0"/>
              <a:t>Converting of the whole truck logistics fleet to electrical vehicles (further CO2 reduction)</a:t>
            </a:r>
            <a:endParaRPr dirty="0"/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de" dirty="0"/>
              <a:t>Same demand as the baseline scenario → the comparison is direct.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Model KPIs</a:t>
            </a:r>
            <a:endParaRPr dirty="0"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8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Vehicles finished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de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Average travel time for freight trucks.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Total emissions per simulation: CO₂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Energy consumption: fuel or kWh.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de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Emission reduction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de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dirty="0"/>
              <a:t>Share of emission by fleet type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Cleaned Network</a:t>
            </a:r>
            <a:endParaRPr dirty="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11F09-5C01-A8FF-28AA-6C0FB7398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3130"/>
            <a:ext cx="9144000" cy="33903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Changes (Roundabout)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EDC24-C215-597C-E3BD-F80586815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2600"/>
            <a:ext cx="9143999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24CE-EC67-9447-E53F-9B519A5A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Number of vehicles for scenario (peak hours 7-9 am)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FC690-1B6B-7738-3F7B-9A992289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3846150" cy="2261100"/>
          </a:xfrm>
        </p:spPr>
        <p:txBody>
          <a:bodyPr/>
          <a:lstStyle/>
          <a:p>
            <a:r>
              <a:rPr lang="en-US" dirty="0"/>
              <a:t>Estimation -&gt; About 15% of the traffic occurs during the peak hours </a:t>
            </a:r>
          </a:p>
          <a:p>
            <a:r>
              <a:rPr lang="en-US" dirty="0"/>
              <a:t>With randomtrips.py, background car and background truck trips were implemented</a:t>
            </a:r>
          </a:p>
          <a:p>
            <a:r>
              <a:rPr lang="en-US" dirty="0"/>
              <a:t>Trucks consist about 15% of the traffic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6ACAB-1ABE-C82F-35C1-49D730F60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2634"/>
            <a:ext cx="4572000" cy="24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8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Results: Finished vehicles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A9DE66-A122-C200-E7EA-5590F9742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058" y="1953606"/>
            <a:ext cx="4581883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0DF6-57C7-0731-026E-82745BB3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Results: Total CO2 emissions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EE7236-B3D0-C491-A677-8E3D13DF4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932" y="2205533"/>
            <a:ext cx="4116136" cy="245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606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8E23-1879-25F2-E4BA-DF9D42DB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Results: Relative CO2 reduction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01DFFD3-7730-AC2D-5042-C48A1E343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026" y="1853850"/>
            <a:ext cx="5355947" cy="320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89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4108-2E52-F8DC-64AD-B45C57AB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Results: Tailpipe and electric CO2 share by fleet type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C4C49FB-E5D5-E90A-A0AE-DB3A7853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519" y="1853850"/>
            <a:ext cx="4692962" cy="2809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804426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442</Words>
  <Application>Microsoft Macintosh PowerPoint</Application>
  <PresentationFormat>On-screen Show (16:9)</PresentationFormat>
  <Paragraphs>53</Paragraphs>
  <Slides>13</Slides>
  <Notes>9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Lato</vt:lpstr>
      <vt:lpstr>Raleway</vt:lpstr>
      <vt:lpstr>Streamline</vt:lpstr>
      <vt:lpstr>Project 1: Marchtrenk - Wels </vt:lpstr>
      <vt:lpstr>Objective and research questions</vt:lpstr>
      <vt:lpstr>SUMO model characteristics</vt:lpstr>
      <vt:lpstr>Simulation parameters (SUMO 1.24)</vt:lpstr>
      <vt:lpstr>Scenarios to compare:</vt:lpstr>
      <vt:lpstr>Model KPIs</vt:lpstr>
      <vt:lpstr>Cleaned Network</vt:lpstr>
      <vt:lpstr>Changes (Roundabout)</vt:lpstr>
      <vt:lpstr>Number of vehicles for scenario (peak hours 7-9 am)</vt:lpstr>
      <vt:lpstr>Results: Finished vehicles</vt:lpstr>
      <vt:lpstr>Results: Total CO2 emissions</vt:lpstr>
      <vt:lpstr>Results: Relative CO2 reduction</vt:lpstr>
      <vt:lpstr>Results: Tailpipe and electric CO2 share by fleet type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Moser Alexander</cp:lastModifiedBy>
  <cp:revision>10</cp:revision>
  <dcterms:modified xsi:type="dcterms:W3CDTF">2025-12-01T14:10:21Z</dcterms:modified>
</cp:coreProperties>
</file>